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 Document Preview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Preview Demo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Text &amp; Paragraph Rendering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List &amp; Table Support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Charts &amp; Images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Multiple Layouts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Sample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This is a sample presentation for testing PPTX preview.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2026-05-16T13:24:43Z</dcterms:created>
  <dcterms:modified xsi:type="dcterms:W3CDTF">2026-05-16T13:24:43Z</dcterms:modified>
</cp:coreProperties>
</file>